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bc79e5a10a4898" /><Relationship Type="http://schemas.openxmlformats.org/officeDocument/2006/relationships/extended-properties" Target="/docProps/app.xml" Id="R10da0054a8fd48f6" /><Relationship Type="http://schemas.openxmlformats.org/officeDocument/2006/relationships/officeDocument" Target="/ppt/presentation.xml" Id="R1ece16fc4e6847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c37593fa60473e"/>
  </p:sldMasterIdLst>
  <p:notesMasterIdLst>
    <p:notesMasterId xmlns:r="http://schemas.openxmlformats.org/officeDocument/2006/relationships" r:id="R5c35c8a6bc3b48e6"/>
  </p:notesMasterIdLst>
  <p:sldIdLst>
    <p:sldId xmlns:r="http://schemas.openxmlformats.org/officeDocument/2006/relationships" id="256" r:id="R27144330b6fd480d"/>
    <p:sldId xmlns:r="http://schemas.openxmlformats.org/officeDocument/2006/relationships" id="257" r:id="R884feac9016749a6"/>
    <p:sldId xmlns:r="http://schemas.openxmlformats.org/officeDocument/2006/relationships" id="258" r:id="Rc1b73360493f431e"/>
    <p:sldId xmlns:r="http://schemas.openxmlformats.org/officeDocument/2006/relationships" id="259" r:id="R63c8c133fbc04538"/>
    <p:sldId xmlns:r="http://schemas.openxmlformats.org/officeDocument/2006/relationships" id="260" r:id="Rf3664bc7daaf4fdc"/>
    <p:sldId xmlns:r="http://schemas.openxmlformats.org/officeDocument/2006/relationships" id="261" r:id="Raced5ee5fbca468c"/>
    <p:sldId xmlns:r="http://schemas.openxmlformats.org/officeDocument/2006/relationships" id="262" r:id="Rce28b502dfdc45c1"/>
    <p:sldId xmlns:r="http://schemas.openxmlformats.org/officeDocument/2006/relationships" id="263" r:id="R346eeee342b24834"/>
    <p:sldId xmlns:r="http://schemas.openxmlformats.org/officeDocument/2006/relationships" id="264" r:id="Rb4bb5714b5414fa8"/>
    <p:sldId xmlns:r="http://schemas.openxmlformats.org/officeDocument/2006/relationships" id="265" r:id="Rd5017f80ba504256"/>
    <p:sldId xmlns:r="http://schemas.openxmlformats.org/officeDocument/2006/relationships" id="266" r:id="R9b01149150c04c9d"/>
    <p:sldId xmlns:r="http://schemas.openxmlformats.org/officeDocument/2006/relationships" id="267" r:id="Rd3a72cdac8634458"/>
    <p:sldId xmlns:r="http://schemas.openxmlformats.org/officeDocument/2006/relationships" id="268" r:id="Re604ec70c58745a9"/>
    <p:sldId xmlns:r="http://schemas.openxmlformats.org/officeDocument/2006/relationships" id="269" r:id="Ra0d0489165654de1"/>
    <p:sldId xmlns:r="http://schemas.openxmlformats.org/officeDocument/2006/relationships" id="270" r:id="R1af56b6145524331"/>
    <p:sldId xmlns:r="http://schemas.openxmlformats.org/officeDocument/2006/relationships" id="271" r:id="R6ba051ef29a64aa6"/>
    <p:sldId xmlns:r="http://schemas.openxmlformats.org/officeDocument/2006/relationships" id="272" r:id="R930066149abf4f8c"/>
    <p:sldId xmlns:r="http://schemas.openxmlformats.org/officeDocument/2006/relationships" id="273" r:id="Rcfa89065ec1346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6c3552c0864593" /><Relationship Type="http://schemas.openxmlformats.org/officeDocument/2006/relationships/slideMaster" Target="/ppt/slideMasters/slideMaster1.xml" Id="Re7c37593fa60473e" /><Relationship Type="http://schemas.openxmlformats.org/officeDocument/2006/relationships/notesMaster" Target="/ppt/notesMasters/notesMaster1.xml" Id="R5c35c8a6bc3b48e6" /><Relationship Type="http://schemas.openxmlformats.org/officeDocument/2006/relationships/presProps" Target="/ppt/presProps.xml" Id="Rf626c5f6ae9b4b87" /><Relationship Type="http://schemas.openxmlformats.org/officeDocument/2006/relationships/tableStyles" Target="/ppt/tableStyles.xml" Id="Rc4888071a7c84c4a" /><Relationship Type="http://schemas.openxmlformats.org/officeDocument/2006/relationships/slide" Target="/ppt/slides/slide1.xml" Id="R27144330b6fd480d" /><Relationship Type="http://schemas.openxmlformats.org/officeDocument/2006/relationships/slide" Target="/ppt/slides/slide2.xml" Id="R884feac9016749a6" /><Relationship Type="http://schemas.openxmlformats.org/officeDocument/2006/relationships/slide" Target="/ppt/slides/slide3.xml" Id="Rc1b73360493f431e" /><Relationship Type="http://schemas.openxmlformats.org/officeDocument/2006/relationships/slide" Target="/ppt/slides/slide4.xml" Id="R63c8c133fbc04538" /><Relationship Type="http://schemas.openxmlformats.org/officeDocument/2006/relationships/slide" Target="/ppt/slides/slide5.xml" Id="Rf3664bc7daaf4fdc" /><Relationship Type="http://schemas.openxmlformats.org/officeDocument/2006/relationships/slide" Target="/ppt/slides/slide6.xml" Id="Raced5ee5fbca468c" /><Relationship Type="http://schemas.openxmlformats.org/officeDocument/2006/relationships/slide" Target="/ppt/slides/slide7.xml" Id="Rce28b502dfdc45c1" /><Relationship Type="http://schemas.openxmlformats.org/officeDocument/2006/relationships/slide" Target="/ppt/slides/slide8.xml" Id="R346eeee342b24834" /><Relationship Type="http://schemas.openxmlformats.org/officeDocument/2006/relationships/slide" Target="/ppt/slides/slide9.xml" Id="Rb4bb5714b5414fa8" /><Relationship Type="http://schemas.openxmlformats.org/officeDocument/2006/relationships/slide" Target="/ppt/slides/slide10.xml" Id="Rd5017f80ba504256" /><Relationship Type="http://schemas.openxmlformats.org/officeDocument/2006/relationships/slide" Target="/ppt/slides/slide11.xml" Id="R9b01149150c04c9d" /><Relationship Type="http://schemas.openxmlformats.org/officeDocument/2006/relationships/slide" Target="/ppt/slides/slide12.xml" Id="Rd3a72cdac8634458" /><Relationship Type="http://schemas.openxmlformats.org/officeDocument/2006/relationships/slide" Target="/ppt/slides/slide13.xml" Id="Re604ec70c58745a9" /><Relationship Type="http://schemas.openxmlformats.org/officeDocument/2006/relationships/slide" Target="/ppt/slides/slide14.xml" Id="Ra0d0489165654de1" /><Relationship Type="http://schemas.openxmlformats.org/officeDocument/2006/relationships/slide" Target="/ppt/slides/slide15.xml" Id="R1af56b6145524331" /><Relationship Type="http://schemas.openxmlformats.org/officeDocument/2006/relationships/slide" Target="/ppt/slides/slide16.xml" Id="R6ba051ef29a64aa6" /><Relationship Type="http://schemas.openxmlformats.org/officeDocument/2006/relationships/slide" Target="/ppt/slides/slide17.xml" Id="R930066149abf4f8c" /><Relationship Type="http://schemas.openxmlformats.org/officeDocument/2006/relationships/slide" Target="/ppt/slides/slide18.xml" Id="Rcfa89065ec1346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d9d55691bc48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3873301a104747" /><Relationship Type="http://schemas.openxmlformats.org/officeDocument/2006/relationships/notesMaster" Target="/ppt/notesMasters/notesMaster1.xml" Id="R1fe8b8ae8e8d40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159159fb214526" /><Relationship Type="http://schemas.openxmlformats.org/officeDocument/2006/relationships/notesMaster" Target="/ppt/notesMasters/notesMaster1.xml" Id="R92e48b6970274a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607db3ec6443a0" /><Relationship Type="http://schemas.openxmlformats.org/officeDocument/2006/relationships/notesMaster" Target="/ppt/notesMasters/notesMaster1.xml" Id="R0f8faeee11434a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19ff5a7c3b4555" /><Relationship Type="http://schemas.openxmlformats.org/officeDocument/2006/relationships/notesMaster" Target="/ppt/notesMasters/notesMaster1.xml" Id="R03690e84f2b743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ec756286454352" /><Relationship Type="http://schemas.openxmlformats.org/officeDocument/2006/relationships/notesMaster" Target="/ppt/notesMasters/notesMaster1.xml" Id="Refa45229a4c44f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021e76d9494bc1" /><Relationship Type="http://schemas.openxmlformats.org/officeDocument/2006/relationships/notesMaster" Target="/ppt/notesMasters/notesMaster1.xml" Id="R4d460598e01946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34d7daeaec4724" /><Relationship Type="http://schemas.openxmlformats.org/officeDocument/2006/relationships/notesMaster" Target="/ppt/notesMasters/notesMaster1.xml" Id="R92a54bdf66f341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8ae9f6a2034f63" /><Relationship Type="http://schemas.openxmlformats.org/officeDocument/2006/relationships/notesMaster" Target="/ppt/notesMasters/notesMaster1.xml" Id="R9757b69aab734a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93861473004d41" /><Relationship Type="http://schemas.openxmlformats.org/officeDocument/2006/relationships/notesMaster" Target="/ppt/notesMasters/notesMaster1.xml" Id="R53fec2e4571b4b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a2440eec15494f" /><Relationship Type="http://schemas.openxmlformats.org/officeDocument/2006/relationships/notesMaster" Target="/ppt/notesMasters/notesMaster1.xml" Id="Rac028fad488a42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7daacd0c3040c0" /><Relationship Type="http://schemas.openxmlformats.org/officeDocument/2006/relationships/notesMaster" Target="/ppt/notesMasters/notesMaster1.xml" Id="R7d08efc14a0141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d41176f87744de" /><Relationship Type="http://schemas.openxmlformats.org/officeDocument/2006/relationships/notesMaster" Target="/ppt/notesMasters/notesMaster1.xml" Id="R720ceb51e8dc41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05d88434d44d55" /><Relationship Type="http://schemas.openxmlformats.org/officeDocument/2006/relationships/notesMaster" Target="/ppt/notesMasters/notesMaster1.xml" Id="Rc52b4b76224f425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83d89b92424b0e" /><Relationship Type="http://schemas.openxmlformats.org/officeDocument/2006/relationships/notesMaster" Target="/ppt/notesMasters/notesMaster1.xml" Id="R5f124b8f663149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cbf666d80954ca2" /><Relationship Type="http://schemas.openxmlformats.org/officeDocument/2006/relationships/notesMaster" Target="/ppt/notesMasters/notesMaster1.xml" Id="R84902202d7834a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354a9fd0eeb47fc" /><Relationship Type="http://schemas.openxmlformats.org/officeDocument/2006/relationships/notesMaster" Target="/ppt/notesMasters/notesMaster1.xml" Id="R42b4717ec3674a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dfb681c63b044ed" /><Relationship Type="http://schemas.openxmlformats.org/officeDocument/2006/relationships/notesMaster" Target="/ppt/notesMasters/notesMaster1.xml" Id="R1a68aa209b654a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a05adc31ac8446e" /><Relationship Type="http://schemas.openxmlformats.org/officeDocument/2006/relationships/notesMaster" Target="/ppt/notesMasters/notesMaster1.xml" Id="R65984b9c403f40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 source: https://www.unipi.it/wp-content/uploads/Raggruppa-3020.svg</a:t>
            </a:r>
          </a:p>
          <a:p xmlns:a="http://schemas.openxmlformats.org/drawingml/2006/main">
            <a:r>
              <a:t>Institutional reference: https://www.unipi.it/identita-visiva-delluniversita-di-pisa/logo-delluniversita-di-pisa/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10 - Entanglement Switch, Section 1, provided project 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10 - Entanglement Switch, Section 1, provided project 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10 - Entanglement Switch, ideal-model assumptions in the provided project 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Entanglement-swapping derivation for two ideal Bell pairs, calculated for this project.</a:t>
            </a:r>
          </a:p>
          <a:p xmlns:a="http://schemas.openxmlformats.org/drawingml/2006/main">
            <a:r>
              <a:t>- The BSM convention uses CNOT from S1 to S2, followed by H on S1 and computational-basis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Ideal entanglement-swapping state and fidelity derived for this project.</a:t>
            </a:r>
          </a:p>
          <a:p xmlns:a="http://schemas.openxmlformats.org/drawingml/2006/main">
            <a:r>
              <a:t>- Throughput follows from the one-time-unit generation model and the consumption of two link-level pairs per swap.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10 - Entanglement Switch, Section 3: Non-ideal model.</a:t>
            </a:r>
          </a:p>
          <a:p xmlns:a="http://schemas.openxmlformats.org/drawingml/2006/main">
            <a:r>
              <a:t>- QuantumSavory.jl Depolarization(τ): the probability of no depolarization event after time t is exp(-t/τ).</a:t>
            </a:r>
          </a:p>
          <a:p xmlns:a="http://schemas.openxmlformats.org/drawingml/2006/main">
            <a:r>
              <a:t>- Formula (6) uses I₂/2 so that the single-qubit channel preserves the trace.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Werner-state model and independent link generation from Assignment 10, Section 3.</a:t>
            </a:r>
          </a:p>
          <a:p xmlns:a="http://schemas.openxmlformats.org/drawingml/2006/main">
            <a:r>
              <a:t>- Memory depolarization is intentionally disabled on this slide to isolate the effect of imperfect link states.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Entanglement-swapping derivation for two independent Werner states, calculated for this project.</a:t>
            </a:r>
          </a:p>
          <a:p xmlns:a="http://schemas.openxmlformats.org/drawingml/2006/main">
            <a:r>
              <a:t>- With an ideal BSM and outcome-dependent Pauli correction, the second Werner pair implements a depolarizing teleportation channel. Since Tr_S1[ρ_AS1(w1)] = I_A/2, the two Werner parameters multiply and the output is ρ_W(w1 w2).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Derivation for this project using the local single-qubit depolarizing channel defined on slide 7.</a:t>
            </a:r>
          </a:p>
          <a:p xmlns:a="http://schemas.openxmlformats.org/drawingml/2006/main">
            <a:r>
              <a:t>- Each qubit contributes p_w^t to a Pauli-Pauli correlation, giving p_w^(2t) for a Bell pair stored in two independent memories.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Combination of Eq. (10) with the ideal-BSM Werner swapping result on slide 9.</a:t>
            </a:r>
          </a:p>
          <a:p xmlns:a="http://schemas.openxmlformats.org/drawingml/2006/main">
            <a:r>
              <a:t>- The link-generation success probability changes the distribution of t1 and t2 rather than appearing explicitly in Eq. (11).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10 - Entanglement Switch, Section 4: Performance metrics.</a:t>
            </a:r>
          </a:p>
          <a:p xmlns:a="http://schemas.openxmlformats.org/drawingml/2006/main">
            <a:r>
              <a:t>- The operational formulas restate the document definitions. Fidelity and waiting time are averaged over delivered pairs; throughput is evaluated in steady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results/ideal_switch/throughput_vs_clients.png</a:t>
            </a:r>
          </a:p>
          <a:p xmlns:a="http://schemas.openxmlformats.org/drawingml/2006/main">
            <a:r>
              <a:t>- entanglement_switch/ideal_benchmark_analysis.jl</a:t>
            </a:r>
          </a:p>
          <a:p xmlns:a="http://schemas.openxmlformats.org/drawingml/2006/main">
            <a:r>
              <a:t>- The benchmark uses five independent seeded runs per k, T=101 and warm-up=1.</a:t>
            </a:r>
          </a:p>
          <a:p xmlns:a="http://schemas.openxmlformats.org/drawingml/2006/main">
            <a:r>
              <a:t>Interpretation source: entanglement_switch/ideal_benchmark_analysis.jl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delivered pair consumes two link-level Bell pairs, giving ⌊k/2⌋ deliveries per time unit.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 odd k, one pair stays in memory and occupies its link slot. Only k−1 links generate in the next round.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explains the plateaus at k = 2–3, 4–5, 6–7 and 8–9. Adding one client does not always increase the 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results/ideal_switch/mean_fidelity_vs_clients.png</a:t>
            </a:r>
          </a:p>
          <a:p xmlns:a="http://schemas.openxmlformats.org/drawingml/2006/main">
            <a:r>
              <a:t>- entanglement_switch/ideal_benchmark_analysis.jl</a:t>
            </a:r>
          </a:p>
          <a:p xmlns:a="http://schemas.openxmlformats.org/drawingml/2006/main">
            <a:r>
              <a:t>- Fidelity is evaluated over all delivered pairs; warm-up only affects throughput.</a:t>
            </a:r>
          </a:p>
          <a:p xmlns:a="http://schemas.openxmlformats.org/drawingml/2006/main">
            <a:r>
              <a:t>Interpretation source: entanglement_switch/ideal_benchmark_analysis.jl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Perfect input Bell pairs and the outcome-dependent Pauli correction deliver |Φ⁺⟩ after every swap.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Noiseless memories preserve the state even when a link pair waits for a partner.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flat F = 1 curve confirms that increasing k changes capacity without reducing fidelity in the ideal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results/nonideal_switch/mean_fidelity_vs_w.png</a:t>
            </a:r>
          </a:p>
          <a:p xmlns:a="http://schemas.openxmlformats.org/drawingml/2006/main">
            <a:r>
              <a:t>- entanglement_switch/nonideal_benchmark_analysis.jl</a:t>
            </a:r>
          </a:p>
          <a:p xmlns:a="http://schemas.openxmlformats.org/drawingml/2006/main">
            <a:r>
              <a:t>- Defaults: 21 w values, T=21, five independent runs, k=2, p_success=1, p_w=1.</a:t>
            </a:r>
          </a:p>
          <a:p xmlns:a="http://schemas.openxmlformats.org/drawingml/2006/main">
            <a:r>
              <a:t>Interpretation source: entanglement_switch/nonideal_benchmark_analysis.jl, print_benchmark_analysis()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Deterministic generation and noiseless memories isolate the quality of the input link states.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Swapping multiplies the two Werner parameters: w_out = w², so F = (1 + 3w²)/4.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21 points follow the quadratic law, from F = 1/4 to F = 1. The largest discrepancy is 3.33 × 10⁻¹⁶, consistent with round-off.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results/nonideal_switch/throughput_vs_success_probability.png</a:t>
            </a:r>
          </a:p>
          <a:p xmlns:a="http://schemas.openxmlformats.org/drawingml/2006/main">
            <a:r>
              <a:t>- entanglement_switch/nonideal_benchmark_analysis.jl</a:t>
            </a:r>
          </a:p>
          <a:p xmlns:a="http://schemas.openxmlformats.org/drawingml/2006/main">
            <a:r>
              <a:t>- The 200-unit warm-up is a practical, conservative transient exclusion rather than an analytically derived threshold.</a:t>
            </a:r>
          </a:p>
          <a:p xmlns:a="http://schemas.openxmlformats.org/drawingml/2006/main">
            <a:r>
              <a:t>Interpretation source: entanglement_switch/nonideal_benchmark_analysis.jl, print_benchmark_analysis()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More successful link attempts supply pairs faster. Throughput rises approximately linearly over much of the tested range.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More clients add links that generate in parallel, increasing the total delivery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p_success = 1, k = 2, 4 and 8 reach 1, 2 and 4 pairs per time unit, exactly their k/2 saturation limits.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results/nonideal_switch/mean_fidelity_vs_success_probability.png</a:t>
            </a:r>
          </a:p>
          <a:p xmlns:a="http://schemas.openxmlformats.org/drawingml/2006/main">
            <a:r>
              <a:t>- entanglement_switch/nonideal_benchmark_analysis.jl</a:t>
            </a:r>
          </a:p>
          <a:p xmlns:a="http://schemas.openxmlformats.org/drawingml/2006/main">
            <a:r>
              <a:t>- Run length is adaptive and therefore varies by point; it is a multiple of 100 simulated time units.</a:t>
            </a:r>
          </a:p>
          <a:p xmlns:a="http://schemas.openxmlformats.org/drawingml/2006/main">
            <a:r>
              <a:t>- The fixed 100-event burn-in is a common transient filter, not an analytically derived convergence threshold.</a:t>
            </a:r>
          </a:p>
          <a:p xmlns:a="http://schemas.openxmlformats.org/drawingml/2006/main">
            <a:r>
              <a:t>Interpretation source: entanglement_switch/nonideal_benchmark_analysis.jl, print_benchmark_analysis()</a:t>
            </a:r>
          </a:p>
          <a:p xmlns:a="http://schemas.openxmlformats.org/drawingml/2006/main">
            <a:r>
              <a:t>Adaptive runs advance in 100-unit chunks until enough samples are available. The mean uses the specified retained sample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Higher link success shortens the wait for a second pair, leaving less time for depolarization before swapping.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p_success = 1, all curves reach (1 + 3w²)/4 = 0.8575. With p_w = 1, fidelity stays at this value throughout.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Smaller p_w strengthens memory noise and makes fidelity more sensitive to waiting.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p_w = 0.1 and p_success = 0.05, F ≈ 0.2981, close to the fully depolarized limit 1/4.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results/nonideal_switch/waiting_time_vs_number_of_users.png</a:t>
            </a:r>
          </a:p>
          <a:p xmlns:a="http://schemas.openxmlformats.org/drawingml/2006/main">
            <a:r>
              <a:t>- entanglement_switch/nonideal_benchmark_analysis.jl</a:t>
            </a:r>
          </a:p>
          <a:p xmlns:a="http://schemas.openxmlformats.org/drawingml/2006/main">
            <a:r>
              <a:t>- Run length is adaptive and varies by point; it is a multiple of 100 simulated time units.</a:t>
            </a:r>
          </a:p>
          <a:p xmlns:a="http://schemas.openxmlformats.org/drawingml/2006/main">
            <a:r>
              <a:t>- The 100-event burn-in is a fixed common transient filter, followed by 200 retained samples per run.</a:t>
            </a:r>
          </a:p>
          <a:p xmlns:a="http://schemas.openxmlformats.org/drawingml/2006/main">
            <a:r>
              <a:t>Interpretation source: entanglement_switch/nonideal_benchmark_analysis.jl, print_benchmark_analysis()</a:t>
            </a:r>
          </a:p>
          <a:p xmlns:a="http://schemas.openxmlformats.org/drawingml/2006/main">
            <a:r>
              <a:t>Adaptive runs advance in 100-unit chunks until enough samples are available. The mean uses the specified retained sample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More clients give a stored pair more chances to find a partner, so the mean wait generally decreases.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k = 2, raising p_success from 0.1 to 0.9 reduces the mean wait from 9.829 to 0.208 time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p_success = 0.9, raising k from 2 to 20 lowers the mean from 0.208 to 0.048 time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high-success curve suggests longer waits for odd k than nearby even k. This remains a visual observation.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02f949253a49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883520e0ab4b5f" /><Relationship Type="http://schemas.openxmlformats.org/officeDocument/2006/relationships/slideLayout" Target="/ppt/slideLayouts/slideLayout1.xml" Id="Rfd27546a981547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27546a981547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8be32d40f4e01" /><Relationship Type="http://schemas.openxmlformats.org/officeDocument/2006/relationships/image" Target="/ppt/media/image.png" Id="R97f611d54e3f4679" /><Relationship Type="http://schemas.openxmlformats.org/officeDocument/2006/relationships/notesSlide" Target="/ppt/notesSlides/notesSlide1.xml" Id="Rac92c08c113547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f42fa3c314265" /><Relationship Type="http://schemas.openxmlformats.org/officeDocument/2006/relationships/image" Target="/ppt/media/image2.png" Id="R93e8dc5a7ae3405e" /><Relationship Type="http://schemas.openxmlformats.org/officeDocument/2006/relationships/notesSlide" Target="/ppt/notesSlides/notesSlide2.xml" Id="R8f50694eb4444d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7e7dbb1c64191" /><Relationship Type="http://schemas.openxmlformats.org/officeDocument/2006/relationships/image" Target="/ppt/media/image3.png" Id="R24b70757dd4348ee" /><Relationship Type="http://schemas.openxmlformats.org/officeDocument/2006/relationships/notesSlide" Target="/ppt/notesSlides/notesSlide3.xml" Id="Rbeb4629acabf43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402cc343e4397" /><Relationship Type="http://schemas.openxmlformats.org/officeDocument/2006/relationships/image" Target="/ppt/media/image4.png" Id="R9f29427609a44154" /><Relationship Type="http://schemas.openxmlformats.org/officeDocument/2006/relationships/notesSlide" Target="/ppt/notesSlides/notesSlide4.xml" Id="R2159495e2f9f44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f0b8123464e85" /><Relationship Type="http://schemas.openxmlformats.org/officeDocument/2006/relationships/image" Target="/ppt/media/image5.png" Id="R30120ef5e9c54a97" /><Relationship Type="http://schemas.openxmlformats.org/officeDocument/2006/relationships/notesSlide" Target="/ppt/notesSlides/notesSlide5.xml" Id="R35fd37fc0b2442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e6bfbf26441e1" /><Relationship Type="http://schemas.openxmlformats.org/officeDocument/2006/relationships/image" Target="/ppt/media/image6.png" Id="R84646f2bf6584567" /><Relationship Type="http://schemas.openxmlformats.org/officeDocument/2006/relationships/notesSlide" Target="/ppt/notesSlides/notesSlide6.xml" Id="Rabd6ec42dc6848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721a4edd54b7d" /><Relationship Type="http://schemas.openxmlformats.org/officeDocument/2006/relationships/image" Target="/ppt/media/image7.png" Id="R44525bde14d3408b" /><Relationship Type="http://schemas.openxmlformats.org/officeDocument/2006/relationships/notesSlide" Target="/ppt/notesSlides/notesSlide7.xml" Id="R790ba769877f4f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4f72cbcb34d99" /><Relationship Type="http://schemas.openxmlformats.org/officeDocument/2006/relationships/image" Target="/ppt/media/image8.png" Id="Rc32957d17f8e4d79" /><Relationship Type="http://schemas.openxmlformats.org/officeDocument/2006/relationships/notesSlide" Target="/ppt/notesSlides/notesSlide8.xml" Id="Rb81480bd3ae94e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7360e46364824" /><Relationship Type="http://schemas.openxmlformats.org/officeDocument/2006/relationships/image" Target="/ppt/media/image9.png" Id="R9b8a2c0fb8b14f7b" /><Relationship Type="http://schemas.openxmlformats.org/officeDocument/2006/relationships/notesSlide" Target="/ppt/notesSlides/notesSlide9.xml" Id="Rce2fe5f297cc43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11502244e4915" /><Relationship Type="http://schemas.openxmlformats.org/officeDocument/2006/relationships/image" Target="/ppt/media/image10.png" Id="R8031109cc4684adb" /><Relationship Type="http://schemas.openxmlformats.org/officeDocument/2006/relationships/notesSlide" Target="/ppt/notesSlides/notesSlide10.xml" Id="R324ad68605a64e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950c155a94e31" /><Relationship Type="http://schemas.openxmlformats.org/officeDocument/2006/relationships/image" Target="/ppt/media/image11.png" Id="Rbf763de7512f499f" /><Relationship Type="http://schemas.openxmlformats.org/officeDocument/2006/relationships/notesSlide" Target="/ppt/notesSlides/notesSlide11.xml" Id="R8f35520bf9294d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e321ff1d24540" /><Relationship Type="http://schemas.openxmlformats.org/officeDocument/2006/relationships/image" Target="/ppt/media/image12.png" Id="R9dbae05b784047ee" /><Relationship Type="http://schemas.openxmlformats.org/officeDocument/2006/relationships/notesSlide" Target="/ppt/notesSlides/notesSlide12.xml" Id="R84622b3ee58a44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798400dc84cc7" /><Relationship Type="http://schemas.openxmlformats.org/officeDocument/2006/relationships/image" Target="/ppt/media/image13.png" Id="Rf3a8162361f14947" /><Relationship Type="http://schemas.openxmlformats.org/officeDocument/2006/relationships/notesSlide" Target="/ppt/notesSlides/notesSlide13.xml" Id="Ref57ea7557114a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c8e3b55924576" /><Relationship Type="http://schemas.openxmlformats.org/officeDocument/2006/relationships/image" Target="/ppt/media/image14.png" Id="Rf81882539ef6488c" /><Relationship Type="http://schemas.openxmlformats.org/officeDocument/2006/relationships/notesSlide" Target="/ppt/notesSlides/notesSlide14.xml" Id="R02b433e2716346e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88145d2154b55" /><Relationship Type="http://schemas.openxmlformats.org/officeDocument/2006/relationships/image" Target="/ppt/media/image15.png" Id="Ra2e42306e15d480a" /><Relationship Type="http://schemas.openxmlformats.org/officeDocument/2006/relationships/notesSlide" Target="/ppt/notesSlides/notesSlide15.xml" Id="R91484f3fd5b449e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6d497ce834a4f" /><Relationship Type="http://schemas.openxmlformats.org/officeDocument/2006/relationships/image" Target="/ppt/media/image16.png" Id="Rded1547bfda34a13" /><Relationship Type="http://schemas.openxmlformats.org/officeDocument/2006/relationships/notesSlide" Target="/ppt/notesSlides/notesSlide16.xml" Id="R26ed97f85d0742c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98f605c7b4f24" /><Relationship Type="http://schemas.openxmlformats.org/officeDocument/2006/relationships/image" Target="/ppt/media/image17.png" Id="R9572473e709c4f3b" /><Relationship Type="http://schemas.openxmlformats.org/officeDocument/2006/relationships/notesSlide" Target="/ppt/notesSlides/notesSlide17.xml" Id="R3797048d470a42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0a747c59c42c0" /><Relationship Type="http://schemas.openxmlformats.org/officeDocument/2006/relationships/image" Target="/ppt/media/image18.png" Id="R3ac032d121db4d05" /><Relationship Type="http://schemas.openxmlformats.org/officeDocument/2006/relationships/notesSlide" Target="/ppt/notesSlides/notesSlide18.xml" Id="Rcec52f57323f46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611d54e3f467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6597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8dc5a7ae3405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66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70757dd4348e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23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9427609a4415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981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20ef5e9c54a9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369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46f2bf658456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7357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25bde14d3408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9378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957d17f8e4d7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2309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a2c0fb8b14f7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95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1109cc4684ad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86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63de7512f499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53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ae05b784047e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62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8162361f1494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3117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882539ef6488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674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42306e15d480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908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d1547bfda34a1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728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2473e709c4f3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50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032d121db4d0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594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2026-09-05T12:56:35.9370000Z</dcterms:created>
  <dcterms:modified xsi:type="dcterms:W3CDTF">2026-09-05T12:56:35.9370000Z</dcterms:modified>
</coreProperties>
</file>