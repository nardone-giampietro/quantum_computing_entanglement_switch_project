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c5d6426a78441c" /><Relationship Type="http://schemas.openxmlformats.org/officeDocument/2006/relationships/extended-properties" Target="/docProps/app.xml" Id="Rb90ec6dcb7154bd9" /><Relationship Type="http://schemas.openxmlformats.org/officeDocument/2006/relationships/officeDocument" Target="/ppt/presentation.xml" Id="R2d4457c1dce445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e4bde45dbc44e4"/>
  </p:sldMasterIdLst>
  <p:notesMasterIdLst>
    <p:notesMasterId xmlns:r="http://schemas.openxmlformats.org/officeDocument/2006/relationships" r:id="R0b3dcab74d774041"/>
  </p:notesMasterIdLst>
  <p:sldIdLst>
    <p:sldId xmlns:r="http://schemas.openxmlformats.org/officeDocument/2006/relationships" id="256" r:id="Rc229e768749543a0"/>
    <p:sldId xmlns:r="http://schemas.openxmlformats.org/officeDocument/2006/relationships" id="257" r:id="Rbf519c5537974a85"/>
    <p:sldId xmlns:r="http://schemas.openxmlformats.org/officeDocument/2006/relationships" id="258" r:id="R9b8fc8c455024b1c"/>
    <p:sldId xmlns:r="http://schemas.openxmlformats.org/officeDocument/2006/relationships" id="259" r:id="R6ef7a6783c224911"/>
    <p:sldId xmlns:r="http://schemas.openxmlformats.org/officeDocument/2006/relationships" id="260" r:id="Rd8c2663b07714474"/>
    <p:sldId xmlns:r="http://schemas.openxmlformats.org/officeDocument/2006/relationships" id="261" r:id="Rbfc2e07cdd224fb1"/>
    <p:sldId xmlns:r="http://schemas.openxmlformats.org/officeDocument/2006/relationships" id="262" r:id="R9cb6bb2f5f9f4bc3"/>
    <p:sldId xmlns:r="http://schemas.openxmlformats.org/officeDocument/2006/relationships" id="263" r:id="Ra80d461fe6084312"/>
    <p:sldId xmlns:r="http://schemas.openxmlformats.org/officeDocument/2006/relationships" id="264" r:id="R33cdf3f722c6408d"/>
    <p:sldId xmlns:r="http://schemas.openxmlformats.org/officeDocument/2006/relationships" id="265" r:id="R738e2bc06f204f52"/>
    <p:sldId xmlns:r="http://schemas.openxmlformats.org/officeDocument/2006/relationships" id="266" r:id="R41aee3d0b18042f0"/>
    <p:sldId xmlns:r="http://schemas.openxmlformats.org/officeDocument/2006/relationships" id="267" r:id="Rbd69eca18ff04965"/>
    <p:sldId xmlns:r="http://schemas.openxmlformats.org/officeDocument/2006/relationships" id="268" r:id="R4c4da5c085174ceb"/>
    <p:sldId xmlns:r="http://schemas.openxmlformats.org/officeDocument/2006/relationships" id="269" r:id="Rc97eba0b0f944852"/>
    <p:sldId xmlns:r="http://schemas.openxmlformats.org/officeDocument/2006/relationships" id="270" r:id="R20742877ef1f4a4d"/>
    <p:sldId xmlns:r="http://schemas.openxmlformats.org/officeDocument/2006/relationships" id="271" r:id="R1c25f9604756449d"/>
    <p:sldId xmlns:r="http://schemas.openxmlformats.org/officeDocument/2006/relationships" id="272" r:id="R2d51118d0fb24dc3"/>
    <p:sldId xmlns:r="http://schemas.openxmlformats.org/officeDocument/2006/relationships" id="273" r:id="Rc48a0dc3ec8f48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f9d00101614cfd" /><Relationship Type="http://schemas.openxmlformats.org/officeDocument/2006/relationships/slideMaster" Target="/ppt/slideMasters/slideMaster1.xml" Id="R68e4bde45dbc44e4" /><Relationship Type="http://schemas.openxmlformats.org/officeDocument/2006/relationships/notesMaster" Target="/ppt/notesMasters/notesMaster1.xml" Id="R0b3dcab74d774041" /><Relationship Type="http://schemas.openxmlformats.org/officeDocument/2006/relationships/presProps" Target="/ppt/presProps.xml" Id="R40e8e31d79d748da" /><Relationship Type="http://schemas.openxmlformats.org/officeDocument/2006/relationships/tableStyles" Target="/ppt/tableStyles.xml" Id="Rf4274d997871435f" /><Relationship Type="http://schemas.openxmlformats.org/officeDocument/2006/relationships/slide" Target="/ppt/slides/slide1.xml" Id="Rc229e768749543a0" /><Relationship Type="http://schemas.openxmlformats.org/officeDocument/2006/relationships/slide" Target="/ppt/slides/slide2.xml" Id="Rbf519c5537974a85" /><Relationship Type="http://schemas.openxmlformats.org/officeDocument/2006/relationships/slide" Target="/ppt/slides/slide3.xml" Id="R9b8fc8c455024b1c" /><Relationship Type="http://schemas.openxmlformats.org/officeDocument/2006/relationships/slide" Target="/ppt/slides/slide4.xml" Id="R6ef7a6783c224911" /><Relationship Type="http://schemas.openxmlformats.org/officeDocument/2006/relationships/slide" Target="/ppt/slides/slide5.xml" Id="Rd8c2663b07714474" /><Relationship Type="http://schemas.openxmlformats.org/officeDocument/2006/relationships/slide" Target="/ppt/slides/slide6.xml" Id="Rbfc2e07cdd224fb1" /><Relationship Type="http://schemas.openxmlformats.org/officeDocument/2006/relationships/slide" Target="/ppt/slides/slide7.xml" Id="R9cb6bb2f5f9f4bc3" /><Relationship Type="http://schemas.openxmlformats.org/officeDocument/2006/relationships/slide" Target="/ppt/slides/slide8.xml" Id="Ra80d461fe6084312" /><Relationship Type="http://schemas.openxmlformats.org/officeDocument/2006/relationships/slide" Target="/ppt/slides/slide9.xml" Id="R33cdf3f722c6408d" /><Relationship Type="http://schemas.openxmlformats.org/officeDocument/2006/relationships/slide" Target="/ppt/slides/slide10.xml" Id="R738e2bc06f204f52" /><Relationship Type="http://schemas.openxmlformats.org/officeDocument/2006/relationships/slide" Target="/ppt/slides/slide11.xml" Id="R41aee3d0b18042f0" /><Relationship Type="http://schemas.openxmlformats.org/officeDocument/2006/relationships/slide" Target="/ppt/slides/slide12.xml" Id="Rbd69eca18ff04965" /><Relationship Type="http://schemas.openxmlformats.org/officeDocument/2006/relationships/slide" Target="/ppt/slides/slide13.xml" Id="R4c4da5c085174ceb" /><Relationship Type="http://schemas.openxmlformats.org/officeDocument/2006/relationships/slide" Target="/ppt/slides/slide14.xml" Id="Rc97eba0b0f944852" /><Relationship Type="http://schemas.openxmlformats.org/officeDocument/2006/relationships/slide" Target="/ppt/slides/slide15.xml" Id="R20742877ef1f4a4d" /><Relationship Type="http://schemas.openxmlformats.org/officeDocument/2006/relationships/slide" Target="/ppt/slides/slide16.xml" Id="R1c25f9604756449d" /><Relationship Type="http://schemas.openxmlformats.org/officeDocument/2006/relationships/slide" Target="/ppt/slides/slide17.xml" Id="R2d51118d0fb24dc3" /><Relationship Type="http://schemas.openxmlformats.org/officeDocument/2006/relationships/slide" Target="/ppt/slides/slide18.xml" Id="Rc48a0dc3ec8f48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81ae7c11fe49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1592731bb64448" /><Relationship Type="http://schemas.openxmlformats.org/officeDocument/2006/relationships/notesMaster" Target="/ppt/notesMasters/notesMaster1.xml" Id="R94c7ae3bdcc448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4660ef04a744f9" /><Relationship Type="http://schemas.openxmlformats.org/officeDocument/2006/relationships/notesMaster" Target="/ppt/notesMasters/notesMaster1.xml" Id="R275403f66dc248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895eaadb704bc1" /><Relationship Type="http://schemas.openxmlformats.org/officeDocument/2006/relationships/notesMaster" Target="/ppt/notesMasters/notesMaster1.xml" Id="R8da92665e19947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59008d5c484618" /><Relationship Type="http://schemas.openxmlformats.org/officeDocument/2006/relationships/notesMaster" Target="/ppt/notesMasters/notesMaster1.xml" Id="R01c707b2cc6f46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dec8807c7a4699" /><Relationship Type="http://schemas.openxmlformats.org/officeDocument/2006/relationships/notesMaster" Target="/ppt/notesMasters/notesMaster1.xml" Id="R833f4f5d532249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330fc054644beb" /><Relationship Type="http://schemas.openxmlformats.org/officeDocument/2006/relationships/notesMaster" Target="/ppt/notesMasters/notesMaster1.xml" Id="Rcc07fac25a7e40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8cfca574e0443c" /><Relationship Type="http://schemas.openxmlformats.org/officeDocument/2006/relationships/notesMaster" Target="/ppt/notesMasters/notesMaster1.xml" Id="R3685e102c9ef44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e61884af794c9f" /><Relationship Type="http://schemas.openxmlformats.org/officeDocument/2006/relationships/notesMaster" Target="/ppt/notesMasters/notesMaster1.xml" Id="Rd571c433e0ad47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10a9f5f0d04219" /><Relationship Type="http://schemas.openxmlformats.org/officeDocument/2006/relationships/notesMaster" Target="/ppt/notesMasters/notesMaster1.xml" Id="Rf037a2c5d0f841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45de8c463746fc" /><Relationship Type="http://schemas.openxmlformats.org/officeDocument/2006/relationships/notesMaster" Target="/ppt/notesMasters/notesMaster1.xml" Id="R00baa680bdcc4c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6e74c383494990" /><Relationship Type="http://schemas.openxmlformats.org/officeDocument/2006/relationships/notesMaster" Target="/ppt/notesMasters/notesMaster1.xml" Id="Rbe622ae74a3f42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75ffeb79f74fc2" /><Relationship Type="http://schemas.openxmlformats.org/officeDocument/2006/relationships/notesMaster" Target="/ppt/notesMasters/notesMaster1.xml" Id="R27b1e10efe2e46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9f85b3f4914802" /><Relationship Type="http://schemas.openxmlformats.org/officeDocument/2006/relationships/notesMaster" Target="/ppt/notesMasters/notesMaster1.xml" Id="Rb8b3a471e88e46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4a6a15b04d42ae" /><Relationship Type="http://schemas.openxmlformats.org/officeDocument/2006/relationships/notesMaster" Target="/ppt/notesMasters/notesMaster1.xml" Id="R0a74ab3544244cb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f6e6d0a70fa41ad" /><Relationship Type="http://schemas.openxmlformats.org/officeDocument/2006/relationships/notesMaster" Target="/ppt/notesMasters/notesMaster1.xml" Id="Raa2d555c90ea469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60fb4c74df046b0" /><Relationship Type="http://schemas.openxmlformats.org/officeDocument/2006/relationships/notesMaster" Target="/ppt/notesMasters/notesMaster1.xml" Id="Rcbc188b60627460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912217d8a3a42ea" /><Relationship Type="http://schemas.openxmlformats.org/officeDocument/2006/relationships/notesMaster" Target="/ppt/notesMasters/notesMaster1.xml" Id="Ra48fc83afd8443c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79130888dd94128" /><Relationship Type="http://schemas.openxmlformats.org/officeDocument/2006/relationships/notesMaster" Target="/ppt/notesMasters/notesMaster1.xml" Id="R6ab5dfee45c749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 source: https://www.unipi.it/wp-content/uploads/Raggruppa-3020.svg</a:t>
            </a:r>
          </a:p>
          <a:p xmlns:a="http://schemas.openxmlformats.org/drawingml/2006/main">
            <a:r>
              <a:t>Institutional reference: https://www.unipi.it/identita-visiva-delluniversita-di-pisa/logo-delluniversita-di-pisa/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Assignment 10 - Entanglement Switch, Section 1, provided project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Assignment 10 - Entanglement Switch, Section 1, provided project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Assignment 10 - Entanglement Switch, ideal-model assumptions in the provided project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Entanglement-swapping derivation for two ideal Bell pairs, calculated for this project.</a:t>
            </a:r>
          </a:p>
          <a:p xmlns:a="http://schemas.openxmlformats.org/drawingml/2006/main">
            <a:r>
              <a:t>- The BSM convention uses CNOT from S1 to S2, followed by H on S1 and computational-basis measurements.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Ideal entanglement-swapping state and fidelity derived for this project.</a:t>
            </a:r>
          </a:p>
          <a:p xmlns:a="http://schemas.openxmlformats.org/drawingml/2006/main">
            <a:r>
              <a:t>- Throughput follows from the one-time-unit generation model and the consumption of two link-level pairs per swap.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Assignment 10 - Entanglement Switch, Section 3: Non-ideal model.</a:t>
            </a:r>
          </a:p>
          <a:p xmlns:a="http://schemas.openxmlformats.org/drawingml/2006/main">
            <a:r>
              <a:t>- QuantumSavory.jl Depolarization(τ): the probability of no depolarization event after time t is exp(-t/τ).</a:t>
            </a:r>
          </a:p>
          <a:p xmlns:a="http://schemas.openxmlformats.org/drawingml/2006/main">
            <a:r>
              <a:t>- Formula (6) uses I₂/2 so that the single-qubit channel preserves the trace.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Werner-state model and independent link generation from Assignment 10, Section 3.</a:t>
            </a:r>
          </a:p>
          <a:p xmlns:a="http://schemas.openxmlformats.org/drawingml/2006/main">
            <a:r>
              <a:t>- Memory depolarization is intentionally disabled on this slide to isolate the effect of imperfect link states.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Entanglement-swapping derivation for two independent Werner states, calculated for this project.</a:t>
            </a:r>
          </a:p>
          <a:p xmlns:a="http://schemas.openxmlformats.org/drawingml/2006/main">
            <a:r>
              <a:t>- With an ideal BSM and outcome-dependent Pauli correction, the second Werner pair implements a depolarizing teleportation channel. Since Tr_S1[ρ_AS1(w1)] = I_A/2, the two Werner parameters multiply and the output is ρ_W(w1 w2).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Derivation for this project using the local single-qubit depolarizing channel defined on slide 7.</a:t>
            </a:r>
          </a:p>
          <a:p xmlns:a="http://schemas.openxmlformats.org/drawingml/2006/main">
            <a:r>
              <a:t>- Each qubit contributes p_w^t to a Pauli-Pauli correlation, giving p_w^(2t) for a Bell pair stored in two independent memories.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Combination of Eq. (10) with the ideal-BSM Werner swapping result on slide 9.</a:t>
            </a:r>
          </a:p>
          <a:p xmlns:a="http://schemas.openxmlformats.org/drawingml/2006/main">
            <a:r>
              <a:t>- The link-generation success probability changes the distribution of t1 and t2 rather than appearing explicitly in Eq. (11).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Assignment 10 - Entanglement Switch, Section 4: Performance metrics.</a:t>
            </a:r>
          </a:p>
          <a:p xmlns:a="http://schemas.openxmlformats.org/drawingml/2006/main">
            <a:r>
              <a:t>- The operational formulas restate the document definitions. Fidelity and waiting time are averaged over delivered pairs; throughput is evaluated in steady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results/ideal_switch/throughput_vs_clients.png</a:t>
            </a:r>
          </a:p>
          <a:p xmlns:a="http://schemas.openxmlformats.org/drawingml/2006/main">
            <a:r>
              <a:t>- entanglement_switch/ideal_benchmark_analysis.jl</a:t>
            </a:r>
          </a:p>
          <a:p xmlns:a="http://schemas.openxmlformats.org/drawingml/2006/main">
            <a:r>
              <a:t>- The benchmark uses five independent seeded runs per k, T=101 and warm-up=1.</a:t>
            </a:r>
          </a:p>
          <a:p xmlns:a="http://schemas.openxmlformats.org/drawingml/2006/main">
            <a:r>
              <a:t>Interpretation source: entanglement_switch/ideal_benchmark_analysis.jl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Each delivered pair consumes two link-level Bell pairs, giving ⌊k/2⌋ deliveries per time unit.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odd k, one pair stays in memory and occupies its link slot. Only k−1 links generate in the next round.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explains the plateaus at k = 2–3, 4–5, 6–7 and 8–9. Adding one client does not always increase the 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results/ideal_switch/mean_fidelity_vs_clients.png</a:t>
            </a:r>
          </a:p>
          <a:p xmlns:a="http://schemas.openxmlformats.org/drawingml/2006/main">
            <a:r>
              <a:t>- entanglement_switch/ideal_benchmark_analysis.jl</a:t>
            </a:r>
          </a:p>
          <a:p xmlns:a="http://schemas.openxmlformats.org/drawingml/2006/main">
            <a:r>
              <a:t>- Fidelity is evaluated over all delivered pairs; warm-up only affects throughput.</a:t>
            </a:r>
          </a:p>
          <a:p xmlns:a="http://schemas.openxmlformats.org/drawingml/2006/main">
            <a:r>
              <a:t>Interpretation source: entanglement_switch/ideal_benchmark_analysis.jl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Perfect input Bell pairs and the outcome-dependent Pauli correction deliver |Φ⁺⟩ after every swap.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Noiseless memories preserve the state even when a link pair waits for a partner.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flat F = 1 curve confirms that increasing k changes capacity without reducing fidelity in the ideal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results/nonideal_switch/mean_fidelity_vs_w.png</a:t>
            </a:r>
          </a:p>
          <a:p xmlns:a="http://schemas.openxmlformats.org/drawingml/2006/main">
            <a:r>
              <a:t>- entanglement_switch/nonideal_benchmark_analysis.jl</a:t>
            </a:r>
          </a:p>
          <a:p xmlns:a="http://schemas.openxmlformats.org/drawingml/2006/main">
            <a:r>
              <a:t>- Defaults: 21 w values, T=21, five independent runs, k=2, p_success=1, p_w=1.</a:t>
            </a:r>
          </a:p>
          <a:p xmlns:a="http://schemas.openxmlformats.org/drawingml/2006/main">
            <a:r>
              <a:t>Interpretation source: entanglement_switch/nonideal_benchmark_analysis.jl, print_benchmark_analysis()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Deterministic generation and noiseless memories isolate the quality of the input link states.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Swapping multiplies the two Werner parameters: w_out = w², so F = (1 + 3w²)/4.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21 points follow the quadratic law, from F = 1/4 to F = 1. The largest discrepancy is 3.33 × 10⁻¹⁶, consistent with round-off.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results/nonideal_switch/throughput_vs_success_probability.png</a:t>
            </a:r>
          </a:p>
          <a:p xmlns:a="http://schemas.openxmlformats.org/drawingml/2006/main">
            <a:r>
              <a:t>- entanglement_switch/nonideal_benchmark_analysis.jl</a:t>
            </a:r>
          </a:p>
          <a:p xmlns:a="http://schemas.openxmlformats.org/drawingml/2006/main">
            <a:r>
              <a:t>- The 200-unit warm-up is a practical, conservative transient exclusion rather than an analytically derived threshold.</a:t>
            </a:r>
          </a:p>
          <a:p xmlns:a="http://schemas.openxmlformats.org/drawingml/2006/main">
            <a:r>
              <a:t>Interpretation source: entanglement_switch/nonideal_benchmark_analysis.jl, print_benchmark_analysis()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More successful link attempts supply pairs faster. Throughput rises approximately linearly over much of the tested range.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More clients add links that generate in parallel, increasing the total delivery 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At p_success = 1, k = 2, 4 and 8 reach 1, 2 and 4 pairs per time unit, exactly their k/2 saturation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results/nonideal_switch/mean_fidelity_vs_success_probability.png</a:t>
            </a:r>
          </a:p>
          <a:p xmlns:a="http://schemas.openxmlformats.org/drawingml/2006/main">
            <a:r>
              <a:t>- entanglement_switch/nonideal_benchmark_analysis.jl</a:t>
            </a:r>
          </a:p>
          <a:p xmlns:a="http://schemas.openxmlformats.org/drawingml/2006/main">
            <a:r>
              <a:t>- Run length is adaptive and therefore varies by point; it is a multiple of 100 simulated time units.</a:t>
            </a:r>
          </a:p>
          <a:p xmlns:a="http://schemas.openxmlformats.org/drawingml/2006/main">
            <a:r>
              <a:t>- The fixed 100-event burn-in is a common transient filter, not an analytically derived convergence threshold.</a:t>
            </a:r>
          </a:p>
          <a:p xmlns:a="http://schemas.openxmlformats.org/drawingml/2006/main">
            <a:r>
              <a:t>Interpretation source: entanglement_switch/nonideal_benchmark_analysis.jl, print_benchmark_analysis()</a:t>
            </a:r>
          </a:p>
          <a:p xmlns:a="http://schemas.openxmlformats.org/drawingml/2006/main">
            <a:r>
              <a:t>Adaptive runs advance in 100-unit chunks until enough samples are available. The mean uses the specified retained sample slice.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Higher link success shortens the wait for a second pair, leaving less time for depolarization before swapping.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At p_success = 1, all curves reach (1 + 3w²)/4 = 0.8575. With p_w = 1, fidelity stays at this value throughout.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Smaller p_w strengthens memory noise and makes fidelity more sensitive to waiting.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At p_w = 0.1 and p_success = 0.05, F ≈ 0.2981, close to the fully depolarized limit 1/4.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results/nonideal_switch/waiting_time_vs_number_of_users.png</a:t>
            </a:r>
          </a:p>
          <a:p xmlns:a="http://schemas.openxmlformats.org/drawingml/2006/main">
            <a:r>
              <a:t>- entanglement_switch/nonideal_benchmark_analysis.jl</a:t>
            </a:r>
          </a:p>
          <a:p xmlns:a="http://schemas.openxmlformats.org/drawingml/2006/main">
            <a:r>
              <a:t>- Run length is adaptive and varies by point; it is a multiple of 100 simulated time units.</a:t>
            </a:r>
          </a:p>
          <a:p xmlns:a="http://schemas.openxmlformats.org/drawingml/2006/main">
            <a:r>
              <a:t>- The 100-event burn-in is a fixed common transient filter, followed by 200 retained samples per run.</a:t>
            </a:r>
          </a:p>
          <a:p xmlns:a="http://schemas.openxmlformats.org/drawingml/2006/main">
            <a:r>
              <a:t>Interpretation source: entanglement_switch/nonideal_benchmark_analysis.jl, print_benchmark_analysis()</a:t>
            </a:r>
          </a:p>
          <a:p xmlns:a="http://schemas.openxmlformats.org/drawingml/2006/main">
            <a:r>
              <a:t>Adaptive runs advance in 100-unit chunks until enough samples are available. The mean uses the specified retained sample slice.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More clients give a stored pair more chances to find a partner, so the mean wait generally decreases.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At k = 2, raising p_success from 0.1 to 0.9 reduces the mean wait from 9.829 to 0.208 time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At p_success = 0.9, raising k from 2 to 20 lowers the mean from 0.208 to 0.048 time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high-success curve suggests longer waits for odd k than nearby even k. This remains a visual observation.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8569b71fc941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d12b7a5e0e4413" /><Relationship Type="http://schemas.openxmlformats.org/officeDocument/2006/relationships/slideLayout" Target="/ppt/slideLayouts/slideLayout1.xml" Id="R3f0509a64e2b48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0509a64e2b48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87af169e6405b" /><Relationship Type="http://schemas.openxmlformats.org/officeDocument/2006/relationships/image" Target="/ppt/media/image.png" Id="R3ea1d344c9134208" /><Relationship Type="http://schemas.openxmlformats.org/officeDocument/2006/relationships/notesSlide" Target="/ppt/notesSlides/notesSlide1.xml" Id="Re54633f35ff042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2d81541fb41fe" /><Relationship Type="http://schemas.openxmlformats.org/officeDocument/2006/relationships/image" Target="/ppt/media/image2.png" Id="R3ff7f155d8fa4eb4" /><Relationship Type="http://schemas.openxmlformats.org/officeDocument/2006/relationships/notesSlide" Target="/ppt/notesSlides/notesSlide2.xml" Id="Rda286e2370524e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381e2c42c4ef1" /><Relationship Type="http://schemas.openxmlformats.org/officeDocument/2006/relationships/image" Target="/ppt/media/image3.png" Id="R4e0142b04ec24b5b" /><Relationship Type="http://schemas.openxmlformats.org/officeDocument/2006/relationships/notesSlide" Target="/ppt/notesSlides/notesSlide3.xml" Id="R47747fbbc76043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ab0eeee5b4c12" /><Relationship Type="http://schemas.openxmlformats.org/officeDocument/2006/relationships/image" Target="/ppt/media/image4.png" Id="R714291aefde147cb" /><Relationship Type="http://schemas.openxmlformats.org/officeDocument/2006/relationships/notesSlide" Target="/ppt/notesSlides/notesSlide4.xml" Id="Rcd3b1a1a02424e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02e51e3d245eb" /><Relationship Type="http://schemas.openxmlformats.org/officeDocument/2006/relationships/image" Target="/ppt/media/image5.png" Id="Rf79b661a414646ba" /><Relationship Type="http://schemas.openxmlformats.org/officeDocument/2006/relationships/notesSlide" Target="/ppt/notesSlides/notesSlide5.xml" Id="Rfd5d408da55e44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a9d4e212d4fd0" /><Relationship Type="http://schemas.openxmlformats.org/officeDocument/2006/relationships/image" Target="/ppt/media/image6.png" Id="R7b9826c6f51c4831" /><Relationship Type="http://schemas.openxmlformats.org/officeDocument/2006/relationships/notesSlide" Target="/ppt/notesSlides/notesSlide6.xml" Id="R96bd49257bb54b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ba356b0af498b" /><Relationship Type="http://schemas.openxmlformats.org/officeDocument/2006/relationships/image" Target="/ppt/media/image7.png" Id="R5ee86ed030d94c32" /><Relationship Type="http://schemas.openxmlformats.org/officeDocument/2006/relationships/notesSlide" Target="/ppt/notesSlides/notesSlide7.xml" Id="R8831f045a7634a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191a1f6a242fc" /><Relationship Type="http://schemas.openxmlformats.org/officeDocument/2006/relationships/image" Target="/ppt/media/image8.png" Id="R460cb5e8e8014ca7" /><Relationship Type="http://schemas.openxmlformats.org/officeDocument/2006/relationships/notesSlide" Target="/ppt/notesSlides/notesSlide8.xml" Id="Rd5ae3478c6864c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6f17970ed4ee6" /><Relationship Type="http://schemas.openxmlformats.org/officeDocument/2006/relationships/image" Target="/ppt/media/image9.png" Id="R87e156aaa4984d4a" /><Relationship Type="http://schemas.openxmlformats.org/officeDocument/2006/relationships/notesSlide" Target="/ppt/notesSlides/notesSlide9.xml" Id="R7cf2cdffff2148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c7ce6ad134c15" /><Relationship Type="http://schemas.openxmlformats.org/officeDocument/2006/relationships/image" Target="/ppt/media/image10.png" Id="R8dbac3946e1d4788" /><Relationship Type="http://schemas.openxmlformats.org/officeDocument/2006/relationships/notesSlide" Target="/ppt/notesSlides/notesSlide10.xml" Id="R17b5f2328a4049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e356b9beb4bb6" /><Relationship Type="http://schemas.openxmlformats.org/officeDocument/2006/relationships/image" Target="/ppt/media/image11.png" Id="R3621fc09d2e74b75" /><Relationship Type="http://schemas.openxmlformats.org/officeDocument/2006/relationships/notesSlide" Target="/ppt/notesSlides/notesSlide11.xml" Id="R79f1bdd13ebe49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0809e6b084e44" /><Relationship Type="http://schemas.openxmlformats.org/officeDocument/2006/relationships/image" Target="/ppt/media/image12.png" Id="Rec3ae358a6134344" /><Relationship Type="http://schemas.openxmlformats.org/officeDocument/2006/relationships/notesSlide" Target="/ppt/notesSlides/notesSlide12.xml" Id="R5962658545ee48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a32be50894aba" /><Relationship Type="http://schemas.openxmlformats.org/officeDocument/2006/relationships/image" Target="/ppt/media/image13.png" Id="R78b3ee029990495c" /><Relationship Type="http://schemas.openxmlformats.org/officeDocument/2006/relationships/notesSlide" Target="/ppt/notesSlides/notesSlide13.xml" Id="R76a27a91e5864f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c1da71aba4fb0" /><Relationship Type="http://schemas.openxmlformats.org/officeDocument/2006/relationships/image" Target="/ppt/media/image14.png" Id="R6b71e4cfbe6a4698" /><Relationship Type="http://schemas.openxmlformats.org/officeDocument/2006/relationships/notesSlide" Target="/ppt/notesSlides/notesSlide14.xml" Id="Rcbad0dcb1d21442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1da5ed0f14438" /><Relationship Type="http://schemas.openxmlformats.org/officeDocument/2006/relationships/image" Target="/ppt/media/image15.png" Id="R09757e41c34a49ab" /><Relationship Type="http://schemas.openxmlformats.org/officeDocument/2006/relationships/notesSlide" Target="/ppt/notesSlides/notesSlide15.xml" Id="R936abbb9cebf47b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0d0593c0942e3" /><Relationship Type="http://schemas.openxmlformats.org/officeDocument/2006/relationships/image" Target="/ppt/media/image16.png" Id="Recdc03f05e9e4550" /><Relationship Type="http://schemas.openxmlformats.org/officeDocument/2006/relationships/notesSlide" Target="/ppt/notesSlides/notesSlide16.xml" Id="R048eb91a131946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e446a538f44e3" /><Relationship Type="http://schemas.openxmlformats.org/officeDocument/2006/relationships/image" Target="/ppt/media/image17.png" Id="R390ca08caec24ad2" /><Relationship Type="http://schemas.openxmlformats.org/officeDocument/2006/relationships/notesSlide" Target="/ppt/notesSlides/notesSlide17.xml" Id="R9e671b697fa243e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e6219e4e24312" /><Relationship Type="http://schemas.openxmlformats.org/officeDocument/2006/relationships/image" Target="/ppt/media/image18.png" Id="R06a9f667a56e44d7" /><Relationship Type="http://schemas.openxmlformats.org/officeDocument/2006/relationships/notesSlide" Target="/ppt/notesSlides/notesSlide18.xml" Id="R3a4f126bf62e4a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1d344c913420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6597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7f155d8fa4eb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6660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142b04ec24b5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4234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291aefde147c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981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b661a414646b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369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826c6f51c483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7357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86ed030d94c3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9378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cb5e8e8014ca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2309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156aaa4984d4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095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ac3946e1d478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5860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1fc09d2e74b7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9853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ae358a613434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62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3ee029990495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3117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1e4cfbe6a469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5674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57e41c34a49a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4908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c03f05e9e455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3728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ca08caec24ad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050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9f667a56e44d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594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2026-09-05T10:18:14.4390000Z</dcterms:created>
  <dcterms:modified xsi:type="dcterms:W3CDTF">2026-09-05T10:18:14.4390000Z</dcterms:modified>
</coreProperties>
</file>